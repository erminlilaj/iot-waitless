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1"/>
  </p:notesMasterIdLst>
  <p:sldIdLst>
    <p:sldId id="256" r:id="rId2"/>
    <p:sldId id="267" r:id="rId3"/>
    <p:sldId id="297" r:id="rId4"/>
    <p:sldId id="262" r:id="rId5"/>
    <p:sldId id="277" r:id="rId6"/>
    <p:sldId id="298" r:id="rId7"/>
    <p:sldId id="261" r:id="rId8"/>
    <p:sldId id="300" r:id="rId9"/>
    <p:sldId id="274" r:id="rId10"/>
  </p:sldIdLst>
  <p:sldSz cx="9144000" cy="5143500" type="screen16x9"/>
  <p:notesSz cx="6858000" cy="9144000"/>
  <p:embeddedFontLst>
    <p:embeddedFont>
      <p:font typeface="Audiowide" panose="020B0604020202020204" charset="0"/>
      <p:regular r:id="rId12"/>
    </p:embeddedFont>
    <p:embeddedFont>
      <p:font typeface="Bebas Neue" panose="020B0606020202050201" pitchFamily="34" charset="0"/>
      <p:regular r:id="rId13"/>
    </p:embeddedFont>
    <p:embeddedFont>
      <p:font typeface="Mulish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44C5B8D-7228-40FD-93E8-0F029F33D9B6}">
  <a:tblStyle styleId="{244C5B8D-7228-40FD-93E8-0F029F33D9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70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33267cbb3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33267cbb3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e1d838b627_4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e1d838b627_4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>
          <a:extLst>
            <a:ext uri="{FF2B5EF4-FFF2-40B4-BE49-F238E27FC236}">
              <a16:creationId xmlns:a16="http://schemas.microsoft.com/office/drawing/2014/main" id="{4A6ED18B-6769-9620-DB28-AF482E361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e1d838b627_4_84:notes">
            <a:extLst>
              <a:ext uri="{FF2B5EF4-FFF2-40B4-BE49-F238E27FC236}">
                <a16:creationId xmlns:a16="http://schemas.microsoft.com/office/drawing/2014/main" id="{4E38B353-5E12-7DA4-8D69-4B88E749DD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e1d838b627_4_84:notes">
            <a:extLst>
              <a:ext uri="{FF2B5EF4-FFF2-40B4-BE49-F238E27FC236}">
                <a16:creationId xmlns:a16="http://schemas.microsoft.com/office/drawing/2014/main" id="{9DB1C474-1593-AD7A-1E78-32C3365F0C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0848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33bb0cc43a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33bb0cc43a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e207fd22f2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e207fd22f2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>
          <a:extLst>
            <a:ext uri="{FF2B5EF4-FFF2-40B4-BE49-F238E27FC236}">
              <a16:creationId xmlns:a16="http://schemas.microsoft.com/office/drawing/2014/main" id="{B6AF4302-E49A-0348-4A74-F1A4E9741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e207fd22f2_0_434:notes">
            <a:extLst>
              <a:ext uri="{FF2B5EF4-FFF2-40B4-BE49-F238E27FC236}">
                <a16:creationId xmlns:a16="http://schemas.microsoft.com/office/drawing/2014/main" id="{1419BC39-9057-A037-DF65-0274F90ACC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e207fd22f2_0_434:notes">
            <a:extLst>
              <a:ext uri="{FF2B5EF4-FFF2-40B4-BE49-F238E27FC236}">
                <a16:creationId xmlns:a16="http://schemas.microsoft.com/office/drawing/2014/main" id="{02D806B8-F74F-83F0-8E66-90724AFE6E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2628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BB7A2EF9-72FB-6590-36BE-1C84B6021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e1d838b627_4_19:notes">
            <a:extLst>
              <a:ext uri="{FF2B5EF4-FFF2-40B4-BE49-F238E27FC236}">
                <a16:creationId xmlns:a16="http://schemas.microsoft.com/office/drawing/2014/main" id="{32E10CCA-2DAF-E390-5C1A-D46097FC70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e1d838b627_4_19:notes">
            <a:extLst>
              <a:ext uri="{FF2B5EF4-FFF2-40B4-BE49-F238E27FC236}">
                <a16:creationId xmlns:a16="http://schemas.microsoft.com/office/drawing/2014/main" id="{CFBD7D14-CFD6-7FB8-159F-C363E5E13B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59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e1d838b627_4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e1d838b627_4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2858202" y="2234713"/>
            <a:ext cx="4319700" cy="4319700"/>
          </a:xfrm>
          <a:prstGeom prst="ellipse">
            <a:avLst/>
          </a:prstGeom>
          <a:gradFill>
            <a:gsLst>
              <a:gs pos="0">
                <a:schemeClr val="lt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4333198" y="3572981"/>
            <a:ext cx="4319700" cy="4319700"/>
          </a:xfrm>
          <a:prstGeom prst="ellipse">
            <a:avLst/>
          </a:prstGeom>
          <a:gradFill>
            <a:gsLst>
              <a:gs pos="0">
                <a:schemeClr val="accent1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6533475" y="-2536600"/>
            <a:ext cx="4319700" cy="4320000"/>
          </a:xfrm>
          <a:prstGeom prst="ellipse">
            <a:avLst/>
          </a:prstGeom>
          <a:gradFill>
            <a:gsLst>
              <a:gs pos="0">
                <a:schemeClr val="dk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434342" y="963550"/>
            <a:ext cx="4074300" cy="2642100"/>
          </a:xfrm>
          <a:prstGeom prst="rect">
            <a:avLst/>
          </a:prstGeom>
          <a:effectLst>
            <a:outerShdw blurRad="142875" dist="76200" dir="2880000" algn="bl" rotWithShape="0">
              <a:schemeClr val="lt1">
                <a:alpha val="3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434342" y="3696350"/>
            <a:ext cx="4074300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304800" y="154200"/>
            <a:ext cx="1533600" cy="3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udiowide"/>
              <a:buNone/>
              <a:defRPr sz="12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3"/>
          </p:nvPr>
        </p:nvSpPr>
        <p:spPr>
          <a:xfrm>
            <a:off x="8086725" y="4697625"/>
            <a:ext cx="752400" cy="3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udiowide"/>
              <a:buNone/>
              <a:defRPr sz="12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endParaRPr/>
          </a:p>
        </p:txBody>
      </p:sp>
      <p:cxnSp>
        <p:nvCxnSpPr>
          <p:cNvPr id="16" name="Google Shape;16;p2"/>
          <p:cNvCxnSpPr/>
          <p:nvPr/>
        </p:nvCxnSpPr>
        <p:spPr>
          <a:xfrm rot="10800000" flipH="1">
            <a:off x="1838400" y="295200"/>
            <a:ext cx="7000800" cy="9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7;p2"/>
          <p:cNvCxnSpPr/>
          <p:nvPr/>
        </p:nvCxnSpPr>
        <p:spPr>
          <a:xfrm>
            <a:off x="304725" y="4848225"/>
            <a:ext cx="7782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arker Grotesque SemiBold"/>
              <a:buChar char="●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  <p:cxnSp>
        <p:nvCxnSpPr>
          <p:cNvPr id="31" name="Google Shape;31;p4"/>
          <p:cNvCxnSpPr/>
          <p:nvPr/>
        </p:nvCxnSpPr>
        <p:spPr>
          <a:xfrm>
            <a:off x="285750" y="30480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32;p4"/>
          <p:cNvCxnSpPr/>
          <p:nvPr/>
        </p:nvCxnSpPr>
        <p:spPr>
          <a:xfrm>
            <a:off x="304725" y="485775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-2858202" y="2234713"/>
            <a:ext cx="4319700" cy="4319700"/>
          </a:xfrm>
          <a:prstGeom prst="ellipse">
            <a:avLst/>
          </a:prstGeom>
          <a:gradFill>
            <a:gsLst>
              <a:gs pos="0">
                <a:schemeClr val="lt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4333198" y="3572981"/>
            <a:ext cx="4319700" cy="4319700"/>
          </a:xfrm>
          <a:prstGeom prst="ellipse">
            <a:avLst/>
          </a:prstGeom>
          <a:gradFill>
            <a:gsLst>
              <a:gs pos="0">
                <a:schemeClr val="accent1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6533475" y="-2536600"/>
            <a:ext cx="4319700" cy="4320000"/>
          </a:xfrm>
          <a:prstGeom prst="ellipse">
            <a:avLst/>
          </a:prstGeom>
          <a:gradFill>
            <a:gsLst>
              <a:gs pos="0">
                <a:schemeClr val="dk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1"/>
          </p:nvPr>
        </p:nvSpPr>
        <p:spPr>
          <a:xfrm>
            <a:off x="713226" y="2350838"/>
            <a:ext cx="2564700" cy="416400"/>
          </a:xfrm>
          <a:prstGeom prst="rect">
            <a:avLst/>
          </a:prstGeom>
          <a:effectLst>
            <a:outerShdw blurRad="342900" dist="19050" dir="5400000" algn="bl" rotWithShape="0">
              <a:schemeClr val="lt1">
                <a:alpha val="3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2"/>
          </p:nvPr>
        </p:nvSpPr>
        <p:spPr>
          <a:xfrm>
            <a:off x="5866074" y="2350838"/>
            <a:ext cx="2564700" cy="416400"/>
          </a:xfrm>
          <a:prstGeom prst="rect">
            <a:avLst/>
          </a:prstGeom>
          <a:effectLst>
            <a:outerShdw blurRad="342900" dist="19050" dir="5400000" algn="bl" rotWithShape="0">
              <a:schemeClr val="lt1">
                <a:alpha val="3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3"/>
          </p:nvPr>
        </p:nvSpPr>
        <p:spPr>
          <a:xfrm>
            <a:off x="713226" y="2767240"/>
            <a:ext cx="25647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4"/>
          </p:nvPr>
        </p:nvSpPr>
        <p:spPr>
          <a:xfrm>
            <a:off x="5866074" y="2767240"/>
            <a:ext cx="25647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2" name="Google Shape;42;p5"/>
          <p:cNvCxnSpPr/>
          <p:nvPr/>
        </p:nvCxnSpPr>
        <p:spPr>
          <a:xfrm>
            <a:off x="285750" y="30480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" name="Google Shape;43;p5"/>
          <p:cNvCxnSpPr/>
          <p:nvPr/>
        </p:nvCxnSpPr>
        <p:spPr>
          <a:xfrm>
            <a:off x="304725" y="485775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-1431850" y="3964325"/>
            <a:ext cx="4247100" cy="4247100"/>
          </a:xfrm>
          <a:prstGeom prst="ellipse">
            <a:avLst/>
          </a:prstGeom>
          <a:gradFill>
            <a:gsLst>
              <a:gs pos="0">
                <a:schemeClr val="accent1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713225" y="387100"/>
            <a:ext cx="4219800" cy="114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719675" y="1722650"/>
            <a:ext cx="3781500" cy="25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55" name="Google Shape;55;p7"/>
          <p:cNvCxnSpPr/>
          <p:nvPr/>
        </p:nvCxnSpPr>
        <p:spPr>
          <a:xfrm>
            <a:off x="285750" y="30480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" name="Google Shape;56;p7"/>
          <p:cNvCxnSpPr/>
          <p:nvPr/>
        </p:nvCxnSpPr>
        <p:spPr>
          <a:xfrm>
            <a:off x="304725" y="485775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/>
          <p:nvPr/>
        </p:nvSpPr>
        <p:spPr>
          <a:xfrm>
            <a:off x="-1122827" y="-1737312"/>
            <a:ext cx="4319700" cy="4319700"/>
          </a:xfrm>
          <a:prstGeom prst="ellipse">
            <a:avLst/>
          </a:prstGeom>
          <a:gradFill>
            <a:gsLst>
              <a:gs pos="0">
                <a:schemeClr val="lt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0"/>
          <p:cNvSpPr/>
          <p:nvPr/>
        </p:nvSpPr>
        <p:spPr>
          <a:xfrm>
            <a:off x="7338350" y="-675225"/>
            <a:ext cx="4319700" cy="4320000"/>
          </a:xfrm>
          <a:prstGeom prst="ellipse">
            <a:avLst/>
          </a:prstGeom>
          <a:gradFill>
            <a:gsLst>
              <a:gs pos="0">
                <a:schemeClr val="dk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0"/>
          <p:cNvSpPr/>
          <p:nvPr/>
        </p:nvSpPr>
        <p:spPr>
          <a:xfrm>
            <a:off x="2849948" y="2634181"/>
            <a:ext cx="4319700" cy="4319700"/>
          </a:xfrm>
          <a:prstGeom prst="ellipse">
            <a:avLst/>
          </a:prstGeom>
          <a:gradFill>
            <a:gsLst>
              <a:gs pos="0">
                <a:schemeClr val="accent1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740550" y="3583325"/>
            <a:ext cx="5186100" cy="11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subTitle" idx="1"/>
          </p:nvPr>
        </p:nvSpPr>
        <p:spPr>
          <a:xfrm>
            <a:off x="304800" y="154200"/>
            <a:ext cx="1533600" cy="3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udiowide"/>
              <a:buNone/>
              <a:defRPr sz="12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ubTitle" idx="2"/>
          </p:nvPr>
        </p:nvSpPr>
        <p:spPr>
          <a:xfrm>
            <a:off x="8086725" y="4697625"/>
            <a:ext cx="752400" cy="3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udiowide"/>
              <a:buNone/>
              <a:defRPr sz="12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endParaRPr/>
          </a:p>
        </p:txBody>
      </p:sp>
      <p:cxnSp>
        <p:nvCxnSpPr>
          <p:cNvPr id="83" name="Google Shape;83;p10"/>
          <p:cNvCxnSpPr/>
          <p:nvPr/>
        </p:nvCxnSpPr>
        <p:spPr>
          <a:xfrm>
            <a:off x="304725" y="4857750"/>
            <a:ext cx="77820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" name="Google Shape;84;p10"/>
          <p:cNvCxnSpPr/>
          <p:nvPr/>
        </p:nvCxnSpPr>
        <p:spPr>
          <a:xfrm>
            <a:off x="1838400" y="304800"/>
            <a:ext cx="70008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_AND_BODY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5"/>
          <p:cNvSpPr txBox="1">
            <a:spLocks noGrp="1"/>
          </p:cNvSpPr>
          <p:nvPr>
            <p:ph type="body" idx="1"/>
          </p:nvPr>
        </p:nvSpPr>
        <p:spPr>
          <a:xfrm>
            <a:off x="720000" y="1092125"/>
            <a:ext cx="7704000" cy="34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7005225" y="-2507850"/>
            <a:ext cx="4319700" cy="4320000"/>
          </a:xfrm>
          <a:prstGeom prst="ellipse">
            <a:avLst/>
          </a:prstGeom>
          <a:gradFill>
            <a:gsLst>
              <a:gs pos="0">
                <a:schemeClr val="dk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4924673" y="4148331"/>
            <a:ext cx="4319700" cy="4319700"/>
          </a:xfrm>
          <a:prstGeom prst="ellipse">
            <a:avLst/>
          </a:prstGeom>
          <a:gradFill>
            <a:gsLst>
              <a:gs pos="0">
                <a:schemeClr val="accent1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-2964577" y="-1744937"/>
            <a:ext cx="4319700" cy="4319700"/>
          </a:xfrm>
          <a:prstGeom prst="ellipse">
            <a:avLst/>
          </a:prstGeom>
          <a:gradFill>
            <a:gsLst>
              <a:gs pos="0">
                <a:schemeClr val="lt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6" name="Google Shape;126;p15"/>
          <p:cNvCxnSpPr/>
          <p:nvPr/>
        </p:nvCxnSpPr>
        <p:spPr>
          <a:xfrm>
            <a:off x="285750" y="30480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" name="Google Shape;127;p15"/>
          <p:cNvCxnSpPr/>
          <p:nvPr/>
        </p:nvCxnSpPr>
        <p:spPr>
          <a:xfrm>
            <a:off x="304725" y="485775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3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/>
          <p:nvPr/>
        </p:nvSpPr>
        <p:spPr>
          <a:xfrm>
            <a:off x="6175398" y="3836656"/>
            <a:ext cx="4319700" cy="4319700"/>
          </a:xfrm>
          <a:prstGeom prst="ellipse">
            <a:avLst/>
          </a:prstGeom>
          <a:gradFill>
            <a:gsLst>
              <a:gs pos="0">
                <a:schemeClr val="accent1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6329423" y="-2773762"/>
            <a:ext cx="4319700" cy="4319700"/>
          </a:xfrm>
          <a:prstGeom prst="ellipse">
            <a:avLst/>
          </a:prstGeom>
          <a:gradFill>
            <a:gsLst>
              <a:gs pos="0">
                <a:schemeClr val="lt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-2643750" y="-1620500"/>
            <a:ext cx="4319700" cy="4320000"/>
          </a:xfrm>
          <a:prstGeom prst="ellipse">
            <a:avLst/>
          </a:prstGeom>
          <a:gradFill>
            <a:gsLst>
              <a:gs pos="0">
                <a:schemeClr val="dk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6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33" name="Google Shape;133;p16"/>
          <p:cNvCxnSpPr/>
          <p:nvPr/>
        </p:nvCxnSpPr>
        <p:spPr>
          <a:xfrm>
            <a:off x="285750" y="30480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/>
          <p:cNvCxnSpPr/>
          <p:nvPr/>
        </p:nvCxnSpPr>
        <p:spPr>
          <a:xfrm>
            <a:off x="304725" y="485775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/>
          <p:nvPr/>
        </p:nvSpPr>
        <p:spPr>
          <a:xfrm>
            <a:off x="-1122827" y="-1737312"/>
            <a:ext cx="4319700" cy="4319700"/>
          </a:xfrm>
          <a:prstGeom prst="ellipse">
            <a:avLst/>
          </a:prstGeom>
          <a:gradFill>
            <a:gsLst>
              <a:gs pos="0">
                <a:schemeClr val="lt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7338350" y="-675225"/>
            <a:ext cx="4319700" cy="4320000"/>
          </a:xfrm>
          <a:prstGeom prst="ellipse">
            <a:avLst/>
          </a:prstGeom>
          <a:gradFill>
            <a:gsLst>
              <a:gs pos="0">
                <a:schemeClr val="dk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2849948" y="2634181"/>
            <a:ext cx="4319700" cy="4319700"/>
          </a:xfrm>
          <a:prstGeom prst="ellipse">
            <a:avLst/>
          </a:prstGeom>
          <a:gradFill>
            <a:gsLst>
              <a:gs pos="0">
                <a:schemeClr val="accent1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9" name="Google Shape;209;p22"/>
          <p:cNvCxnSpPr/>
          <p:nvPr/>
        </p:nvCxnSpPr>
        <p:spPr>
          <a:xfrm>
            <a:off x="285750" y="30480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2"/>
          <p:cNvCxnSpPr/>
          <p:nvPr/>
        </p:nvCxnSpPr>
        <p:spPr>
          <a:xfrm>
            <a:off x="304725" y="485775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-2858200" y="-845100"/>
            <a:ext cx="4319700" cy="4320000"/>
          </a:xfrm>
          <a:prstGeom prst="ellipse">
            <a:avLst/>
          </a:prstGeom>
          <a:gradFill>
            <a:gsLst>
              <a:gs pos="0">
                <a:schemeClr val="dk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-534127" y="3838331"/>
            <a:ext cx="4319700" cy="4319700"/>
          </a:xfrm>
          <a:prstGeom prst="ellipse">
            <a:avLst/>
          </a:prstGeom>
          <a:gradFill>
            <a:gsLst>
              <a:gs pos="0">
                <a:schemeClr val="accent1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6939748" y="-1502137"/>
            <a:ext cx="4319700" cy="4319700"/>
          </a:xfrm>
          <a:prstGeom prst="ellipse">
            <a:avLst/>
          </a:prstGeom>
          <a:gradFill>
            <a:gsLst>
              <a:gs pos="0">
                <a:schemeClr val="lt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5" name="Google Shape;215;p23"/>
          <p:cNvCxnSpPr/>
          <p:nvPr/>
        </p:nvCxnSpPr>
        <p:spPr>
          <a:xfrm>
            <a:off x="285750" y="30480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" name="Google Shape;216;p23"/>
          <p:cNvCxnSpPr/>
          <p:nvPr/>
        </p:nvCxnSpPr>
        <p:spPr>
          <a:xfrm>
            <a:off x="304725" y="485775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  <a:effectLst>
            <a:outerShdw blurRad="342900" dist="19050" dir="5400000" algn="bl" rotWithShape="0">
              <a:schemeClr val="lt1">
                <a:alpha val="3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●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○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■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●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○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■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●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○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■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6" r:id="rId5"/>
    <p:sldLayoutId id="2147483658" r:id="rId6"/>
    <p:sldLayoutId id="2147483661" r:id="rId7"/>
    <p:sldLayoutId id="2147483662" r:id="rId8"/>
    <p:sldLayoutId id="2147483668" r:id="rId9"/>
    <p:sldLayoutId id="214748366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 txBox="1">
            <a:spLocks noGrp="1"/>
          </p:cNvSpPr>
          <p:nvPr>
            <p:ph type="subTitle" idx="1"/>
          </p:nvPr>
        </p:nvSpPr>
        <p:spPr>
          <a:xfrm>
            <a:off x="3121922" y="3250254"/>
            <a:ext cx="2501638" cy="150049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Presented by: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1400" dirty="0"/>
            </a:br>
            <a:r>
              <a:rPr lang="en" sz="1400" dirty="0"/>
              <a:t>- Hamza Abdel kader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- Ermin lilaj </a:t>
            </a:r>
            <a:br>
              <a:rPr lang="en" sz="1400" dirty="0"/>
            </a:br>
            <a:r>
              <a:rPr lang="en" sz="1400" dirty="0"/>
              <a:t>- </a:t>
            </a:r>
            <a:r>
              <a:rPr lang="en-US" sz="1400" dirty="0"/>
              <a:t>E</a:t>
            </a:r>
            <a:r>
              <a:rPr lang="en" sz="1400" dirty="0"/>
              <a:t>do </a:t>
            </a:r>
            <a:endParaRPr sz="1400" dirty="0"/>
          </a:p>
        </p:txBody>
      </p:sp>
      <p:sp>
        <p:nvSpPr>
          <p:cNvPr id="228" name="Google Shape;228;p27"/>
          <p:cNvSpPr txBox="1">
            <a:spLocks noGrp="1"/>
          </p:cNvSpPr>
          <p:nvPr>
            <p:ph type="ctrTitle"/>
          </p:nvPr>
        </p:nvSpPr>
        <p:spPr>
          <a:xfrm>
            <a:off x="3274322" y="963550"/>
            <a:ext cx="4074300" cy="2133950"/>
          </a:xfrm>
          <a:prstGeom prst="rect">
            <a:avLst/>
          </a:prstGeom>
        </p:spPr>
        <p:txBody>
          <a:bodyPr spcFirstLastPara="1" wrap="square" lIns="857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/>
              <a:t>Wait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/>
              <a:t>Less</a:t>
            </a:r>
            <a:endParaRPr lang="en-US" sz="7200" dirty="0">
              <a:solidFill>
                <a:schemeClr val="dk2"/>
              </a:solidFill>
            </a:endParaRPr>
          </a:p>
        </p:txBody>
      </p:sp>
      <p:pic>
        <p:nvPicPr>
          <p:cNvPr id="229" name="Google Shape;22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358" y="1028700"/>
            <a:ext cx="984597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7"/>
          <p:cNvSpPr txBox="1">
            <a:spLocks noGrp="1"/>
          </p:cNvSpPr>
          <p:nvPr>
            <p:ph type="subTitle" idx="2"/>
          </p:nvPr>
        </p:nvSpPr>
        <p:spPr>
          <a:xfrm>
            <a:off x="236220" y="154200"/>
            <a:ext cx="1699260" cy="3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SAPIENZA(DIAG)</a:t>
            </a:r>
            <a:endParaRPr dirty="0"/>
          </a:p>
        </p:txBody>
      </p:sp>
      <p:sp>
        <p:nvSpPr>
          <p:cNvPr id="231" name="Google Shape;231;p27"/>
          <p:cNvSpPr txBox="1">
            <a:spLocks noGrp="1"/>
          </p:cNvSpPr>
          <p:nvPr>
            <p:ph type="subTitle" idx="3"/>
          </p:nvPr>
        </p:nvSpPr>
        <p:spPr>
          <a:xfrm>
            <a:off x="7109460" y="4449544"/>
            <a:ext cx="1935405" cy="3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Date: 17/03/2026</a:t>
            </a:r>
            <a:endParaRPr dirty="0"/>
          </a:p>
        </p:txBody>
      </p:sp>
      <p:sp>
        <p:nvSpPr>
          <p:cNvPr id="2" name="Google Shape;227;p27">
            <a:extLst>
              <a:ext uri="{FF2B5EF4-FFF2-40B4-BE49-F238E27FC236}">
                <a16:creationId xmlns:a16="http://schemas.microsoft.com/office/drawing/2014/main" id="{6F4E4D24-7B50-ADBA-BB56-70AF1A6AF0B3}"/>
              </a:ext>
            </a:extLst>
          </p:cNvPr>
          <p:cNvSpPr txBox="1">
            <a:spLocks/>
          </p:cNvSpPr>
          <p:nvPr/>
        </p:nvSpPr>
        <p:spPr>
          <a:xfrm>
            <a:off x="5386967" y="3250474"/>
            <a:ext cx="2501638" cy="1500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None/>
              <a:defRPr sz="16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/>
            <a:r>
              <a:rPr lang="en-US" sz="1400" dirty="0"/>
              <a:t>Presented to:</a:t>
            </a:r>
          </a:p>
          <a:p>
            <a:pPr marL="0" indent="0"/>
            <a:br>
              <a:rPr lang="en-US" sz="1400" dirty="0"/>
            </a:br>
            <a:r>
              <a:rPr lang="en-US" sz="1400" dirty="0"/>
              <a:t>Prof. </a:t>
            </a:r>
            <a:r>
              <a:rPr lang="en-US" sz="1400" dirty="0" err="1"/>
              <a:t>Chatzigiannakis</a:t>
            </a:r>
            <a:endParaRPr lang="en-US" sz="1400" dirty="0"/>
          </a:p>
          <a:p>
            <a:pPr marL="0" indent="0"/>
            <a:r>
              <a:rPr lang="en-US" sz="1400" dirty="0"/>
              <a:t>Prof. </a:t>
            </a:r>
            <a:r>
              <a:rPr lang="en-US" sz="1400" dirty="0" err="1"/>
              <a:t>Vitaletti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8"/>
          <p:cNvSpPr txBox="1">
            <a:spLocks noGrp="1"/>
          </p:cNvSpPr>
          <p:nvPr>
            <p:ph type="title"/>
          </p:nvPr>
        </p:nvSpPr>
        <p:spPr>
          <a:xfrm>
            <a:off x="740550" y="3583325"/>
            <a:ext cx="6285090" cy="11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 CANT WAIT ANYMORE!!!!</a:t>
            </a:r>
            <a:endParaRPr dirty="0"/>
          </a:p>
        </p:txBody>
      </p:sp>
      <p:sp>
        <p:nvSpPr>
          <p:cNvPr id="362" name="Google Shape;362;p38"/>
          <p:cNvSpPr txBox="1">
            <a:spLocks noGrp="1"/>
          </p:cNvSpPr>
          <p:nvPr>
            <p:ph type="subTitle" idx="1"/>
          </p:nvPr>
        </p:nvSpPr>
        <p:spPr>
          <a:xfrm>
            <a:off x="304800" y="154200"/>
            <a:ext cx="1533600" cy="3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TRAFFIC LIGHT</a:t>
            </a:r>
            <a:endParaRPr/>
          </a:p>
        </p:txBody>
      </p:sp>
      <p:sp>
        <p:nvSpPr>
          <p:cNvPr id="4" name="Google Shape;361;p38">
            <a:extLst>
              <a:ext uri="{FF2B5EF4-FFF2-40B4-BE49-F238E27FC236}">
                <a16:creationId xmlns:a16="http://schemas.microsoft.com/office/drawing/2014/main" id="{4C585CDE-9C8B-6289-43C8-B4C242CC3F92}"/>
              </a:ext>
            </a:extLst>
          </p:cNvPr>
          <p:cNvSpPr txBox="1">
            <a:spLocks/>
          </p:cNvSpPr>
          <p:nvPr/>
        </p:nvSpPr>
        <p:spPr>
          <a:xfrm>
            <a:off x="-3645180" y="1796702"/>
            <a:ext cx="3889020" cy="1161600"/>
          </a:xfrm>
          <a:prstGeom prst="rect">
            <a:avLst/>
          </a:prstGeom>
          <a:noFill/>
          <a:ln>
            <a:noFill/>
          </a:ln>
          <a:effectLst>
            <a:outerShdw blurRad="342900" dist="19050" dir="5400000" algn="bl" rotWithShape="0">
              <a:schemeClr val="lt1">
                <a:alpha val="3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dirty="0"/>
              <a:t>30 min per 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0">
          <a:extLst>
            <a:ext uri="{FF2B5EF4-FFF2-40B4-BE49-F238E27FC236}">
              <a16:creationId xmlns:a16="http://schemas.microsoft.com/office/drawing/2014/main" id="{6330D0F6-596B-801E-149B-E9D160103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8">
            <a:extLst>
              <a:ext uri="{FF2B5EF4-FFF2-40B4-BE49-F238E27FC236}">
                <a16:creationId xmlns:a16="http://schemas.microsoft.com/office/drawing/2014/main" id="{7C6AA109-E3B3-C3DF-6055-7C5E6C1F3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0550" y="3583325"/>
            <a:ext cx="6285090" cy="11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 CANT WAIT ANYMORE!!!!</a:t>
            </a:r>
            <a:endParaRPr dirty="0"/>
          </a:p>
        </p:txBody>
      </p:sp>
      <p:sp>
        <p:nvSpPr>
          <p:cNvPr id="362" name="Google Shape;362;p38">
            <a:extLst>
              <a:ext uri="{FF2B5EF4-FFF2-40B4-BE49-F238E27FC236}">
                <a16:creationId xmlns:a16="http://schemas.microsoft.com/office/drawing/2014/main" id="{51CAF90C-17E5-EABF-B8FC-29B87ABA8BE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4800" y="154200"/>
            <a:ext cx="1533600" cy="3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TRAFFIC LIGHT</a:t>
            </a:r>
            <a:endParaRPr/>
          </a:p>
        </p:txBody>
      </p:sp>
      <p:sp>
        <p:nvSpPr>
          <p:cNvPr id="2" name="Google Shape;361;p38">
            <a:extLst>
              <a:ext uri="{FF2B5EF4-FFF2-40B4-BE49-F238E27FC236}">
                <a16:creationId xmlns:a16="http://schemas.microsoft.com/office/drawing/2014/main" id="{FC655190-80E5-EC65-6776-3FEF321256E9}"/>
              </a:ext>
            </a:extLst>
          </p:cNvPr>
          <p:cNvSpPr txBox="1">
            <a:spLocks/>
          </p:cNvSpPr>
          <p:nvPr/>
        </p:nvSpPr>
        <p:spPr>
          <a:xfrm>
            <a:off x="58140" y="1796702"/>
            <a:ext cx="3889020" cy="1161600"/>
          </a:xfrm>
          <a:prstGeom prst="rect">
            <a:avLst/>
          </a:prstGeom>
          <a:noFill/>
          <a:ln>
            <a:noFill/>
          </a:ln>
          <a:effectLst>
            <a:outerShdw blurRad="342900" dist="19050" dir="5400000" algn="bl" rotWithShape="0">
              <a:schemeClr val="lt1">
                <a:alpha val="3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dirty="0"/>
              <a:t>30 min per day</a:t>
            </a:r>
          </a:p>
        </p:txBody>
      </p:sp>
    </p:spTree>
    <p:extLst>
      <p:ext uri="{BB962C8B-B14F-4D97-AF65-F5344CB8AC3E}">
        <p14:creationId xmlns:p14="http://schemas.microsoft.com/office/powerpoint/2010/main" val="16336246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 budget</a:t>
            </a:r>
            <a:endParaRPr dirty="0"/>
          </a:p>
        </p:txBody>
      </p:sp>
      <p:pic>
        <p:nvPicPr>
          <p:cNvPr id="296" name="Google Shape;2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9463" y="1551945"/>
            <a:ext cx="1885075" cy="1966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25F8EF-F4E4-C8A5-5A85-A91C9B6D3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367" y="1017725"/>
            <a:ext cx="3341793" cy="28005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3A6C51-3225-14BF-F971-36CFB659D2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786" b="98450" l="5740" r="98455">
                        <a14:foregroundMark x1="70640" y1="19897" x2="70640" y2="19897"/>
                        <a14:foregroundMark x1="70640" y1="19897" x2="70640" y2="19897"/>
                        <a14:foregroundMark x1="67329" y1="16279" x2="68433" y2="16279"/>
                        <a14:foregroundMark x1="75276" y1="23514" x2="73951" y2="26357"/>
                        <a14:foregroundMark x1="84106" y1="51421" x2="74834" y2="24031"/>
                        <a14:foregroundMark x1="74834" y1="24031" x2="71302" y2="18605"/>
                        <a14:foregroundMark x1="84768" y1="58140" x2="21634" y2="93798"/>
                        <a14:foregroundMark x1="21634" y1="93798" x2="13024" y2="71059"/>
                        <a14:foregroundMark x1="13024" y1="71059" x2="32671" y2="43411"/>
                        <a14:foregroundMark x1="32671" y1="43411" x2="60927" y2="31008"/>
                        <a14:foregroundMark x1="60927" y1="31008" x2="73068" y2="12145"/>
                        <a14:foregroundMark x1="83665" y1="26578" x2="85210" y2="28682"/>
                        <a14:foregroundMark x1="73068" y1="12145" x2="82604" y2="25133"/>
                        <a14:foregroundMark x1="85210" y1="28682" x2="93157" y2="52455"/>
                        <a14:foregroundMark x1="93157" y1="52455" x2="92053" y2="44444"/>
                        <a14:foregroundMark x1="67770" y1="17829" x2="68874" y2="16796"/>
                        <a14:foregroundMark x1="63135" y1="21189" x2="71744" y2="13695"/>
                        <a14:foregroundMark x1="74834" y1="8786" x2="61148" y2="12403"/>
                        <a14:foregroundMark x1="86011" y1="25943" x2="86779" y2="26690"/>
                        <a14:foregroundMark x1="75276" y1="15504" x2="83842" y2="23834"/>
                        <a14:foregroundMark x1="97980" y1="33859" x2="98455" y2="34109"/>
                        <a14:foregroundMark x1="22075" y1="93798" x2="24503" y2="93023"/>
                        <a14:foregroundMark x1="5960" y1="58915" x2="6843" y2="56331"/>
                        <a14:foregroundMark x1="75276" y1="13437" x2="82340" y2="21189"/>
                        <a14:foregroundMark x1="20971" y1="98450" x2="20971" y2="98450"/>
                        <a14:foregroundMark x1="20971" y1="98450" x2="20971" y2="98450"/>
                        <a14:foregroundMark x1="96026" y1="46512" x2="88962" y2="36176"/>
                        <a14:backgroundMark x1="97792" y1="39018" x2="92053" y2="26357"/>
                        <a14:backgroundMark x1="98455" y1="35142" x2="85872" y2="21705"/>
                        <a14:backgroundMark x1="85872" y1="21705" x2="88079" y2="23773"/>
                        <a14:backgroundMark x1="96468" y1="37468" x2="85651" y2="235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64267" y="1405459"/>
            <a:ext cx="2150094" cy="18368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Google Shape;55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075065" y="2728702"/>
            <a:ext cx="564691" cy="82349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0595D6B-4B23-8B94-18E1-8AA630A42446}"/>
              </a:ext>
            </a:extLst>
          </p:cNvPr>
          <p:cNvSpPr/>
          <p:nvPr/>
        </p:nvSpPr>
        <p:spPr>
          <a:xfrm>
            <a:off x="1825613" y="2819400"/>
            <a:ext cx="1986639" cy="1508760"/>
          </a:xfrm>
          <a:custGeom>
            <a:avLst/>
            <a:gdLst>
              <a:gd name="csX0" fmla="*/ 0 w 1986639"/>
              <a:gd name="csY0" fmla="*/ 0 h 1508760"/>
              <a:gd name="csX1" fmla="*/ 1592580 w 1986639"/>
              <a:gd name="csY1" fmla="*/ 38100 h 1508760"/>
              <a:gd name="csX2" fmla="*/ 1943100 w 1986639"/>
              <a:gd name="csY2" fmla="*/ 449580 h 1508760"/>
              <a:gd name="csX3" fmla="*/ 1981200 w 1986639"/>
              <a:gd name="csY3" fmla="*/ 1508760 h 1508760"/>
              <a:gd name="csX4" fmla="*/ 1981200 w 1986639"/>
              <a:gd name="csY4" fmla="*/ 1508760 h 1508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86639" h="1508760">
                <a:moveTo>
                  <a:pt x="0" y="0"/>
                </a:moveTo>
                <a:lnTo>
                  <a:pt x="1592580" y="38100"/>
                </a:lnTo>
                <a:cubicBezTo>
                  <a:pt x="1916430" y="113030"/>
                  <a:pt x="1878330" y="204470"/>
                  <a:pt x="1943100" y="449580"/>
                </a:cubicBezTo>
                <a:cubicBezTo>
                  <a:pt x="2007870" y="694690"/>
                  <a:pt x="1981200" y="1508760"/>
                  <a:pt x="1981200" y="1508760"/>
                </a:cubicBezTo>
                <a:lnTo>
                  <a:pt x="1981200" y="150876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046C163-99D1-0969-CD49-99D1B73781F3}"/>
              </a:ext>
            </a:extLst>
          </p:cNvPr>
          <p:cNvSpPr/>
          <p:nvPr/>
        </p:nvSpPr>
        <p:spPr>
          <a:xfrm rot="10800000">
            <a:off x="4779010" y="1062990"/>
            <a:ext cx="1986639" cy="1508760"/>
          </a:xfrm>
          <a:custGeom>
            <a:avLst/>
            <a:gdLst>
              <a:gd name="csX0" fmla="*/ 0 w 1986639"/>
              <a:gd name="csY0" fmla="*/ 0 h 1508760"/>
              <a:gd name="csX1" fmla="*/ 1592580 w 1986639"/>
              <a:gd name="csY1" fmla="*/ 38100 h 1508760"/>
              <a:gd name="csX2" fmla="*/ 1943100 w 1986639"/>
              <a:gd name="csY2" fmla="*/ 449580 h 1508760"/>
              <a:gd name="csX3" fmla="*/ 1981200 w 1986639"/>
              <a:gd name="csY3" fmla="*/ 1508760 h 1508760"/>
              <a:gd name="csX4" fmla="*/ 1981200 w 1986639"/>
              <a:gd name="csY4" fmla="*/ 1508760 h 1508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86639" h="1508760">
                <a:moveTo>
                  <a:pt x="0" y="0"/>
                </a:moveTo>
                <a:lnTo>
                  <a:pt x="1592580" y="38100"/>
                </a:lnTo>
                <a:cubicBezTo>
                  <a:pt x="1916430" y="113030"/>
                  <a:pt x="1878330" y="204470"/>
                  <a:pt x="1943100" y="449580"/>
                </a:cubicBezTo>
                <a:cubicBezTo>
                  <a:pt x="2007870" y="694690"/>
                  <a:pt x="1981200" y="1508760"/>
                  <a:pt x="1981200" y="1508760"/>
                </a:cubicBezTo>
                <a:lnTo>
                  <a:pt x="1981200" y="1508760"/>
                </a:lnTo>
              </a:path>
            </a:pathLst>
          </a:custGeom>
          <a:scene3d>
            <a:camera prst="orthographicFront">
              <a:rot lat="0" lon="0" rev="0"/>
            </a:camera>
            <a:lightRig rig="threePt" dir="t"/>
          </a:scene3d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28E8400-9CA4-11C0-3DB0-1FB52BDE1F48}"/>
              </a:ext>
            </a:extLst>
          </p:cNvPr>
          <p:cNvSpPr/>
          <p:nvPr/>
        </p:nvSpPr>
        <p:spPr>
          <a:xfrm>
            <a:off x="1912620" y="1066800"/>
            <a:ext cx="2156661" cy="1270010"/>
          </a:xfrm>
          <a:custGeom>
            <a:avLst/>
            <a:gdLst>
              <a:gd name="csX0" fmla="*/ 0 w 2156661"/>
              <a:gd name="csY0" fmla="*/ 1165860 h 1270010"/>
              <a:gd name="csX1" fmla="*/ 1859280 w 2156661"/>
              <a:gd name="csY1" fmla="*/ 1226820 h 1270010"/>
              <a:gd name="csX2" fmla="*/ 2133600 w 2156661"/>
              <a:gd name="csY2" fmla="*/ 601980 h 1270010"/>
              <a:gd name="csX3" fmla="*/ 2141220 w 2156661"/>
              <a:gd name="csY3" fmla="*/ 0 h 1270010"/>
              <a:gd name="csX4" fmla="*/ 2141220 w 2156661"/>
              <a:gd name="csY4" fmla="*/ 0 h 12700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56661" h="1270010">
                <a:moveTo>
                  <a:pt x="0" y="1165860"/>
                </a:moveTo>
                <a:cubicBezTo>
                  <a:pt x="751840" y="1243330"/>
                  <a:pt x="1503680" y="1320800"/>
                  <a:pt x="1859280" y="1226820"/>
                </a:cubicBezTo>
                <a:cubicBezTo>
                  <a:pt x="2214880" y="1132840"/>
                  <a:pt x="2086610" y="806450"/>
                  <a:pt x="2133600" y="601980"/>
                </a:cubicBezTo>
                <a:cubicBezTo>
                  <a:pt x="2180590" y="397510"/>
                  <a:pt x="2141220" y="0"/>
                  <a:pt x="2141220" y="0"/>
                </a:cubicBezTo>
                <a:lnTo>
                  <a:pt x="2141220" y="0"/>
                </a:ln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28960F8-49B9-E867-CDB6-8DFAB24155BD}"/>
              </a:ext>
            </a:extLst>
          </p:cNvPr>
          <p:cNvSpPr/>
          <p:nvPr/>
        </p:nvSpPr>
        <p:spPr>
          <a:xfrm rot="10800000">
            <a:off x="4779010" y="2915857"/>
            <a:ext cx="2156661" cy="1270010"/>
          </a:xfrm>
          <a:custGeom>
            <a:avLst/>
            <a:gdLst>
              <a:gd name="csX0" fmla="*/ 0 w 2156661"/>
              <a:gd name="csY0" fmla="*/ 1165860 h 1270010"/>
              <a:gd name="csX1" fmla="*/ 1859280 w 2156661"/>
              <a:gd name="csY1" fmla="*/ 1226820 h 1270010"/>
              <a:gd name="csX2" fmla="*/ 2133600 w 2156661"/>
              <a:gd name="csY2" fmla="*/ 601980 h 1270010"/>
              <a:gd name="csX3" fmla="*/ 2141220 w 2156661"/>
              <a:gd name="csY3" fmla="*/ 0 h 1270010"/>
              <a:gd name="csX4" fmla="*/ 2141220 w 2156661"/>
              <a:gd name="csY4" fmla="*/ 0 h 12700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56661" h="1270010">
                <a:moveTo>
                  <a:pt x="0" y="1165860"/>
                </a:moveTo>
                <a:cubicBezTo>
                  <a:pt x="751840" y="1243330"/>
                  <a:pt x="1503680" y="1320800"/>
                  <a:pt x="1859280" y="1226820"/>
                </a:cubicBezTo>
                <a:cubicBezTo>
                  <a:pt x="2214880" y="1132840"/>
                  <a:pt x="2086610" y="806450"/>
                  <a:pt x="2133600" y="601980"/>
                </a:cubicBezTo>
                <a:cubicBezTo>
                  <a:pt x="2180590" y="397510"/>
                  <a:pt x="2141220" y="0"/>
                  <a:pt x="2141220" y="0"/>
                </a:cubicBezTo>
                <a:lnTo>
                  <a:pt x="2141220" y="0"/>
                </a:ln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7FA66FF-8DBB-D0E9-3D6A-78A31B5EB792}"/>
              </a:ext>
            </a:extLst>
          </p:cNvPr>
          <p:cNvSpPr/>
          <p:nvPr/>
        </p:nvSpPr>
        <p:spPr>
          <a:xfrm>
            <a:off x="2819400" y="2514600"/>
            <a:ext cx="883920" cy="213360"/>
          </a:xfrm>
          <a:prstGeom prst="rightArrow">
            <a:avLst/>
          </a:prstGeom>
          <a:noFill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3E6BAA2-6F85-354D-524B-10A780FD13A1}"/>
              </a:ext>
            </a:extLst>
          </p:cNvPr>
          <p:cNvSpPr/>
          <p:nvPr/>
        </p:nvSpPr>
        <p:spPr>
          <a:xfrm>
            <a:off x="5145462" y="2644743"/>
            <a:ext cx="883920" cy="213360"/>
          </a:xfrm>
          <a:prstGeom prst="rightArrow">
            <a:avLst/>
          </a:prstGeom>
          <a:noFill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C0CB3A4-DD17-3A71-A707-76E2090AC181}"/>
              </a:ext>
            </a:extLst>
          </p:cNvPr>
          <p:cNvSpPr/>
          <p:nvPr/>
        </p:nvSpPr>
        <p:spPr>
          <a:xfrm rot="16200000">
            <a:off x="3973873" y="3558026"/>
            <a:ext cx="883920" cy="213360"/>
          </a:xfrm>
          <a:prstGeom prst="rightArrow">
            <a:avLst/>
          </a:prstGeom>
          <a:noFill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DC1DEF7-918C-73A3-FE1C-1D06FD403F4E}"/>
              </a:ext>
            </a:extLst>
          </p:cNvPr>
          <p:cNvSpPr/>
          <p:nvPr/>
        </p:nvSpPr>
        <p:spPr>
          <a:xfrm rot="16200000">
            <a:off x="4023360" y="1571595"/>
            <a:ext cx="883920" cy="213360"/>
          </a:xfrm>
          <a:prstGeom prst="rightArrow">
            <a:avLst/>
          </a:prstGeom>
          <a:noFill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57" name="Google Shape;55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4540" y="2751423"/>
            <a:ext cx="478956" cy="65792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50;p29">
            <a:extLst>
              <a:ext uri="{FF2B5EF4-FFF2-40B4-BE49-F238E27FC236}">
                <a16:creationId xmlns:a16="http://schemas.microsoft.com/office/drawing/2014/main" id="{327F1991-F783-36D1-4E73-5A34BEB36C36}"/>
              </a:ext>
            </a:extLst>
          </p:cNvPr>
          <p:cNvSpPr txBox="1">
            <a:spLocks/>
          </p:cNvSpPr>
          <p:nvPr/>
        </p:nvSpPr>
        <p:spPr>
          <a:xfrm>
            <a:off x="1409957" y="1719131"/>
            <a:ext cx="1157957" cy="334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>
              <a:buFont typeface="Darker Grotesque SemiBold"/>
              <a:buNone/>
            </a:pPr>
            <a:r>
              <a:rPr lang="en-US" dirty="0"/>
              <a:t>Far sensor</a:t>
            </a:r>
          </a:p>
        </p:txBody>
      </p:sp>
      <p:sp>
        <p:nvSpPr>
          <p:cNvPr id="17" name="Google Shape;250;p29">
            <a:extLst>
              <a:ext uri="{FF2B5EF4-FFF2-40B4-BE49-F238E27FC236}">
                <a16:creationId xmlns:a16="http://schemas.microsoft.com/office/drawing/2014/main" id="{5D87737C-CA95-86FB-3802-AF5BBF778D1D}"/>
              </a:ext>
            </a:extLst>
          </p:cNvPr>
          <p:cNvSpPr txBox="1">
            <a:spLocks/>
          </p:cNvSpPr>
          <p:nvPr/>
        </p:nvSpPr>
        <p:spPr>
          <a:xfrm>
            <a:off x="4910291" y="3939349"/>
            <a:ext cx="1157957" cy="334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>
              <a:buFont typeface="Darker Grotesque SemiBold"/>
              <a:buNone/>
            </a:pPr>
            <a:r>
              <a:rPr lang="en-US" dirty="0"/>
              <a:t>Far sensor</a:t>
            </a:r>
          </a:p>
        </p:txBody>
      </p:sp>
      <p:sp>
        <p:nvSpPr>
          <p:cNvPr id="18" name="Google Shape;250;p29">
            <a:extLst>
              <a:ext uri="{FF2B5EF4-FFF2-40B4-BE49-F238E27FC236}">
                <a16:creationId xmlns:a16="http://schemas.microsoft.com/office/drawing/2014/main" id="{468BFC1F-B7E7-C810-A6D1-4EBDEEFF5D8B}"/>
              </a:ext>
            </a:extLst>
          </p:cNvPr>
          <p:cNvSpPr txBox="1">
            <a:spLocks/>
          </p:cNvSpPr>
          <p:nvPr/>
        </p:nvSpPr>
        <p:spPr>
          <a:xfrm>
            <a:off x="2796072" y="1701805"/>
            <a:ext cx="1505951" cy="334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>
              <a:buFont typeface="Darker Grotesque SemiBold"/>
              <a:buNone/>
            </a:pPr>
            <a:r>
              <a:rPr lang="en-US" dirty="0"/>
              <a:t>Near sensor</a:t>
            </a:r>
          </a:p>
        </p:txBody>
      </p:sp>
      <p:sp>
        <p:nvSpPr>
          <p:cNvPr id="19" name="Google Shape;250;p29">
            <a:extLst>
              <a:ext uri="{FF2B5EF4-FFF2-40B4-BE49-F238E27FC236}">
                <a16:creationId xmlns:a16="http://schemas.microsoft.com/office/drawing/2014/main" id="{3C2B5CFE-030D-FE93-286D-A5B4881A380F}"/>
              </a:ext>
            </a:extLst>
          </p:cNvPr>
          <p:cNvSpPr txBox="1">
            <a:spLocks/>
          </p:cNvSpPr>
          <p:nvPr/>
        </p:nvSpPr>
        <p:spPr>
          <a:xfrm>
            <a:off x="4837792" y="3222746"/>
            <a:ext cx="1191590" cy="35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>
              <a:buFont typeface="Darker Grotesque SemiBold"/>
              <a:buNone/>
            </a:pPr>
            <a:r>
              <a:rPr lang="en-US" dirty="0"/>
              <a:t>Near sensor</a:t>
            </a:r>
          </a:p>
        </p:txBody>
      </p:sp>
      <p:sp>
        <p:nvSpPr>
          <p:cNvPr id="23" name="Google Shape;551;p48">
            <a:extLst>
              <a:ext uri="{FF2B5EF4-FFF2-40B4-BE49-F238E27FC236}">
                <a16:creationId xmlns:a16="http://schemas.microsoft.com/office/drawing/2014/main" id="{336419E7-7393-F671-144D-82AE47961A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ALTERNATIVE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>
          <a:extLst>
            <a:ext uri="{FF2B5EF4-FFF2-40B4-BE49-F238E27FC236}">
              <a16:creationId xmlns:a16="http://schemas.microsoft.com/office/drawing/2014/main" id="{45E51AA1-8CFC-61B2-1BD3-F51456C34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8">
            <a:extLst>
              <a:ext uri="{FF2B5EF4-FFF2-40B4-BE49-F238E27FC236}">
                <a16:creationId xmlns:a16="http://schemas.microsoft.com/office/drawing/2014/main" id="{77441B6D-5B91-BDC9-4763-3F803A7C03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ALTERNATIVE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D50E6F1-DD6A-E7C0-7C2B-AF053D91DABC}"/>
              </a:ext>
            </a:extLst>
          </p:cNvPr>
          <p:cNvGrpSpPr/>
          <p:nvPr/>
        </p:nvGrpSpPr>
        <p:grpSpPr>
          <a:xfrm>
            <a:off x="434597" y="1431360"/>
            <a:ext cx="3741163" cy="2324100"/>
            <a:chOff x="1409957" y="1062990"/>
            <a:chExt cx="5525714" cy="3265170"/>
          </a:xfrm>
        </p:grpSpPr>
        <p:pic>
          <p:nvPicPr>
            <p:cNvPr id="555" name="Google Shape;555;p48">
              <a:extLst>
                <a:ext uri="{FF2B5EF4-FFF2-40B4-BE49-F238E27FC236}">
                  <a16:creationId xmlns:a16="http://schemas.microsoft.com/office/drawing/2014/main" id="{3F454354-1B00-6F9C-3F88-7F20A96E66F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3075065" y="2728702"/>
              <a:ext cx="564691" cy="8234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59E219A-3730-3DAF-3B5C-AB24363E4D4C}"/>
                </a:ext>
              </a:extLst>
            </p:cNvPr>
            <p:cNvSpPr>
              <a:spLocks/>
            </p:cNvSpPr>
            <p:nvPr/>
          </p:nvSpPr>
          <p:spPr>
            <a:xfrm>
              <a:off x="1825613" y="2819400"/>
              <a:ext cx="1986639" cy="1508760"/>
            </a:xfrm>
            <a:custGeom>
              <a:avLst/>
              <a:gdLst>
                <a:gd name="csX0" fmla="*/ 0 w 1986639"/>
                <a:gd name="csY0" fmla="*/ 0 h 1508760"/>
                <a:gd name="csX1" fmla="*/ 1592580 w 1986639"/>
                <a:gd name="csY1" fmla="*/ 38100 h 1508760"/>
                <a:gd name="csX2" fmla="*/ 1943100 w 1986639"/>
                <a:gd name="csY2" fmla="*/ 449580 h 1508760"/>
                <a:gd name="csX3" fmla="*/ 1981200 w 1986639"/>
                <a:gd name="csY3" fmla="*/ 1508760 h 1508760"/>
                <a:gd name="csX4" fmla="*/ 1981200 w 1986639"/>
                <a:gd name="csY4" fmla="*/ 1508760 h 1508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86639" h="1508760">
                  <a:moveTo>
                    <a:pt x="0" y="0"/>
                  </a:moveTo>
                  <a:lnTo>
                    <a:pt x="1592580" y="38100"/>
                  </a:lnTo>
                  <a:cubicBezTo>
                    <a:pt x="1916430" y="113030"/>
                    <a:pt x="1878330" y="204470"/>
                    <a:pt x="1943100" y="449580"/>
                  </a:cubicBezTo>
                  <a:cubicBezTo>
                    <a:pt x="2007870" y="694690"/>
                    <a:pt x="1981200" y="1508760"/>
                    <a:pt x="1981200" y="1508760"/>
                  </a:cubicBezTo>
                  <a:lnTo>
                    <a:pt x="1981200" y="1508760"/>
                  </a:lnTo>
                </a:path>
              </a:pathLst>
            </a:cu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ADA866A-EC9C-18C3-A736-4C667CF41EDE}"/>
                </a:ext>
              </a:extLst>
            </p:cNvPr>
            <p:cNvSpPr>
              <a:spLocks/>
            </p:cNvSpPr>
            <p:nvPr/>
          </p:nvSpPr>
          <p:spPr>
            <a:xfrm rot="10800000">
              <a:off x="4779010" y="1062990"/>
              <a:ext cx="1986639" cy="1508760"/>
            </a:xfrm>
            <a:custGeom>
              <a:avLst/>
              <a:gdLst>
                <a:gd name="csX0" fmla="*/ 0 w 1986639"/>
                <a:gd name="csY0" fmla="*/ 0 h 1508760"/>
                <a:gd name="csX1" fmla="*/ 1592580 w 1986639"/>
                <a:gd name="csY1" fmla="*/ 38100 h 1508760"/>
                <a:gd name="csX2" fmla="*/ 1943100 w 1986639"/>
                <a:gd name="csY2" fmla="*/ 449580 h 1508760"/>
                <a:gd name="csX3" fmla="*/ 1981200 w 1986639"/>
                <a:gd name="csY3" fmla="*/ 1508760 h 1508760"/>
                <a:gd name="csX4" fmla="*/ 1981200 w 1986639"/>
                <a:gd name="csY4" fmla="*/ 1508760 h 1508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86639" h="1508760">
                  <a:moveTo>
                    <a:pt x="0" y="0"/>
                  </a:moveTo>
                  <a:lnTo>
                    <a:pt x="1592580" y="38100"/>
                  </a:lnTo>
                  <a:cubicBezTo>
                    <a:pt x="1916430" y="113030"/>
                    <a:pt x="1878330" y="204470"/>
                    <a:pt x="1943100" y="449580"/>
                  </a:cubicBezTo>
                  <a:cubicBezTo>
                    <a:pt x="2007870" y="694690"/>
                    <a:pt x="1981200" y="1508760"/>
                    <a:pt x="1981200" y="1508760"/>
                  </a:cubicBezTo>
                  <a:lnTo>
                    <a:pt x="1981200" y="1508760"/>
                  </a:lnTo>
                </a:path>
              </a:pathLst>
            </a:custGeom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43CBA68-E7C2-81B4-CDBD-F153EE26F8E8}"/>
                </a:ext>
              </a:extLst>
            </p:cNvPr>
            <p:cNvSpPr>
              <a:spLocks/>
            </p:cNvSpPr>
            <p:nvPr/>
          </p:nvSpPr>
          <p:spPr>
            <a:xfrm>
              <a:off x="1912620" y="1066800"/>
              <a:ext cx="2156661" cy="1270010"/>
            </a:xfrm>
            <a:custGeom>
              <a:avLst/>
              <a:gdLst>
                <a:gd name="csX0" fmla="*/ 0 w 2156661"/>
                <a:gd name="csY0" fmla="*/ 1165860 h 1270010"/>
                <a:gd name="csX1" fmla="*/ 1859280 w 2156661"/>
                <a:gd name="csY1" fmla="*/ 1226820 h 1270010"/>
                <a:gd name="csX2" fmla="*/ 2133600 w 2156661"/>
                <a:gd name="csY2" fmla="*/ 601980 h 1270010"/>
                <a:gd name="csX3" fmla="*/ 2141220 w 2156661"/>
                <a:gd name="csY3" fmla="*/ 0 h 1270010"/>
                <a:gd name="csX4" fmla="*/ 2141220 w 2156661"/>
                <a:gd name="csY4" fmla="*/ 0 h 12700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56661" h="1270010">
                  <a:moveTo>
                    <a:pt x="0" y="1165860"/>
                  </a:moveTo>
                  <a:cubicBezTo>
                    <a:pt x="751840" y="1243330"/>
                    <a:pt x="1503680" y="1320800"/>
                    <a:pt x="1859280" y="1226820"/>
                  </a:cubicBezTo>
                  <a:cubicBezTo>
                    <a:pt x="2214880" y="1132840"/>
                    <a:pt x="2086610" y="806450"/>
                    <a:pt x="2133600" y="601980"/>
                  </a:cubicBezTo>
                  <a:cubicBezTo>
                    <a:pt x="2180590" y="397510"/>
                    <a:pt x="2141220" y="0"/>
                    <a:pt x="2141220" y="0"/>
                  </a:cubicBezTo>
                  <a:lnTo>
                    <a:pt x="2141220" y="0"/>
                  </a:lnTo>
                </a:path>
              </a:pathLst>
            </a:cu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07E127F-9D53-4547-45EB-4D3F0942CC15}"/>
                </a:ext>
              </a:extLst>
            </p:cNvPr>
            <p:cNvSpPr>
              <a:spLocks/>
            </p:cNvSpPr>
            <p:nvPr/>
          </p:nvSpPr>
          <p:spPr>
            <a:xfrm rot="10800000">
              <a:off x="4779010" y="2915857"/>
              <a:ext cx="2156661" cy="1270010"/>
            </a:xfrm>
            <a:custGeom>
              <a:avLst/>
              <a:gdLst>
                <a:gd name="csX0" fmla="*/ 0 w 2156661"/>
                <a:gd name="csY0" fmla="*/ 1165860 h 1270010"/>
                <a:gd name="csX1" fmla="*/ 1859280 w 2156661"/>
                <a:gd name="csY1" fmla="*/ 1226820 h 1270010"/>
                <a:gd name="csX2" fmla="*/ 2133600 w 2156661"/>
                <a:gd name="csY2" fmla="*/ 601980 h 1270010"/>
                <a:gd name="csX3" fmla="*/ 2141220 w 2156661"/>
                <a:gd name="csY3" fmla="*/ 0 h 1270010"/>
                <a:gd name="csX4" fmla="*/ 2141220 w 2156661"/>
                <a:gd name="csY4" fmla="*/ 0 h 12700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56661" h="1270010">
                  <a:moveTo>
                    <a:pt x="0" y="1165860"/>
                  </a:moveTo>
                  <a:cubicBezTo>
                    <a:pt x="751840" y="1243330"/>
                    <a:pt x="1503680" y="1320800"/>
                    <a:pt x="1859280" y="1226820"/>
                  </a:cubicBezTo>
                  <a:cubicBezTo>
                    <a:pt x="2214880" y="1132840"/>
                    <a:pt x="2086610" y="806450"/>
                    <a:pt x="2133600" y="601980"/>
                  </a:cubicBezTo>
                  <a:cubicBezTo>
                    <a:pt x="2180590" y="397510"/>
                    <a:pt x="2141220" y="0"/>
                    <a:pt x="2141220" y="0"/>
                  </a:cubicBezTo>
                  <a:lnTo>
                    <a:pt x="2141220" y="0"/>
                  </a:lnTo>
                </a:path>
              </a:pathLst>
            </a:cu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14DF30C6-BBE2-04BC-66ED-80E76E61D25F}"/>
                </a:ext>
              </a:extLst>
            </p:cNvPr>
            <p:cNvSpPr>
              <a:spLocks/>
            </p:cNvSpPr>
            <p:nvPr/>
          </p:nvSpPr>
          <p:spPr>
            <a:xfrm>
              <a:off x="2819400" y="2514600"/>
              <a:ext cx="883920" cy="213360"/>
            </a:xfrm>
            <a:prstGeom prst="rightArrow">
              <a:avLst/>
            </a:prstGeom>
            <a:noFill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3D4F8E21-68AA-8D1F-89A1-1E2583E6F83B}"/>
                </a:ext>
              </a:extLst>
            </p:cNvPr>
            <p:cNvSpPr>
              <a:spLocks/>
            </p:cNvSpPr>
            <p:nvPr/>
          </p:nvSpPr>
          <p:spPr>
            <a:xfrm>
              <a:off x="5145462" y="2644743"/>
              <a:ext cx="883920" cy="213360"/>
            </a:xfrm>
            <a:prstGeom prst="rightArrow">
              <a:avLst/>
            </a:prstGeom>
            <a:noFill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2E30C0C5-B103-2850-B8AC-E40E7B459DEA}"/>
                </a:ext>
              </a:extLst>
            </p:cNvPr>
            <p:cNvSpPr>
              <a:spLocks/>
            </p:cNvSpPr>
            <p:nvPr/>
          </p:nvSpPr>
          <p:spPr>
            <a:xfrm rot="16200000">
              <a:off x="3973873" y="3558026"/>
              <a:ext cx="883920" cy="213360"/>
            </a:xfrm>
            <a:prstGeom prst="rightArrow">
              <a:avLst/>
            </a:prstGeom>
            <a:noFill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55B6EC65-1419-5119-9B4B-374279741B50}"/>
                </a:ext>
              </a:extLst>
            </p:cNvPr>
            <p:cNvSpPr>
              <a:spLocks/>
            </p:cNvSpPr>
            <p:nvPr/>
          </p:nvSpPr>
          <p:spPr>
            <a:xfrm rot="16200000">
              <a:off x="4023360" y="1571595"/>
              <a:ext cx="883920" cy="213360"/>
            </a:xfrm>
            <a:prstGeom prst="rightArrow">
              <a:avLst/>
            </a:prstGeom>
            <a:noFill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57" name="Google Shape;557;p48">
              <a:extLst>
                <a:ext uri="{FF2B5EF4-FFF2-40B4-BE49-F238E27FC236}">
                  <a16:creationId xmlns:a16="http://schemas.microsoft.com/office/drawing/2014/main" id="{A9CF0A3C-CA18-AE1D-5E73-262A06F03FA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54540" y="2751423"/>
              <a:ext cx="478956" cy="6579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250;p29">
              <a:extLst>
                <a:ext uri="{FF2B5EF4-FFF2-40B4-BE49-F238E27FC236}">
                  <a16:creationId xmlns:a16="http://schemas.microsoft.com/office/drawing/2014/main" id="{BA866D98-36ED-7B82-CC76-189408D94248}"/>
                </a:ext>
              </a:extLst>
            </p:cNvPr>
            <p:cNvSpPr txBox="1">
              <a:spLocks/>
            </p:cNvSpPr>
            <p:nvPr/>
          </p:nvSpPr>
          <p:spPr>
            <a:xfrm>
              <a:off x="1409957" y="1719132"/>
              <a:ext cx="1505951" cy="3173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●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○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■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●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○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■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●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○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■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9pPr>
            </a:lstStyle>
            <a:p>
              <a:pPr marL="0" indent="0">
                <a:buFont typeface="Darker Grotesque SemiBold"/>
                <a:buNone/>
              </a:pPr>
              <a:r>
                <a:rPr lang="en-US" sz="1100" dirty="0"/>
                <a:t>Far sensor</a:t>
              </a:r>
            </a:p>
          </p:txBody>
        </p:sp>
        <p:sp>
          <p:nvSpPr>
            <p:cNvPr id="17" name="Google Shape;250;p29">
              <a:extLst>
                <a:ext uri="{FF2B5EF4-FFF2-40B4-BE49-F238E27FC236}">
                  <a16:creationId xmlns:a16="http://schemas.microsoft.com/office/drawing/2014/main" id="{4005D907-D98F-AD37-8153-C06953C1E646}"/>
                </a:ext>
              </a:extLst>
            </p:cNvPr>
            <p:cNvSpPr txBox="1">
              <a:spLocks/>
            </p:cNvSpPr>
            <p:nvPr/>
          </p:nvSpPr>
          <p:spPr>
            <a:xfrm>
              <a:off x="4910289" y="3939349"/>
              <a:ext cx="1692708" cy="304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●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○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■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●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○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■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●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○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■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9pPr>
            </a:lstStyle>
            <a:p>
              <a:pPr marL="0" indent="0">
                <a:buFont typeface="Darker Grotesque SemiBold"/>
                <a:buNone/>
              </a:pPr>
              <a:r>
                <a:rPr lang="en-US" sz="1100" dirty="0"/>
                <a:t>Far sensor</a:t>
              </a:r>
            </a:p>
          </p:txBody>
        </p:sp>
        <p:sp>
          <p:nvSpPr>
            <p:cNvPr id="18" name="Google Shape;250;p29">
              <a:extLst>
                <a:ext uri="{FF2B5EF4-FFF2-40B4-BE49-F238E27FC236}">
                  <a16:creationId xmlns:a16="http://schemas.microsoft.com/office/drawing/2014/main" id="{073931E5-DBFA-46FA-F507-10C40420DF88}"/>
                </a:ext>
              </a:extLst>
            </p:cNvPr>
            <p:cNvSpPr txBox="1">
              <a:spLocks/>
            </p:cNvSpPr>
            <p:nvPr/>
          </p:nvSpPr>
          <p:spPr>
            <a:xfrm>
              <a:off x="2796072" y="1701805"/>
              <a:ext cx="1505951" cy="334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●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○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■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●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○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■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●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○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■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9pPr>
            </a:lstStyle>
            <a:p>
              <a:pPr marL="0" indent="0">
                <a:buFont typeface="Darker Grotesque SemiBold"/>
                <a:buNone/>
              </a:pPr>
              <a:r>
                <a:rPr lang="en-US" sz="1100" dirty="0"/>
                <a:t>Near sensor</a:t>
              </a:r>
            </a:p>
          </p:txBody>
        </p:sp>
        <p:sp>
          <p:nvSpPr>
            <p:cNvPr id="19" name="Google Shape;250;p29">
              <a:extLst>
                <a:ext uri="{FF2B5EF4-FFF2-40B4-BE49-F238E27FC236}">
                  <a16:creationId xmlns:a16="http://schemas.microsoft.com/office/drawing/2014/main" id="{D3F93742-AC4C-9373-C47A-E3CBA9F371A1}"/>
                </a:ext>
              </a:extLst>
            </p:cNvPr>
            <p:cNvSpPr txBox="1">
              <a:spLocks/>
            </p:cNvSpPr>
            <p:nvPr/>
          </p:nvSpPr>
          <p:spPr>
            <a:xfrm>
              <a:off x="4837792" y="3222747"/>
              <a:ext cx="1692708" cy="3556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●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○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■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●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○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■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●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○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arker Grotesque SemiBold"/>
                <a:buChar char="■"/>
                <a:defRPr sz="1400" b="0" i="0" u="none" strike="noStrike" cap="none">
                  <a:solidFill>
                    <a:schemeClr val="lt1"/>
                  </a:solidFill>
                  <a:latin typeface="Mulish"/>
                  <a:ea typeface="Mulish"/>
                  <a:cs typeface="Mulish"/>
                  <a:sym typeface="Mulish"/>
                </a:defRPr>
              </a:lvl9pPr>
            </a:lstStyle>
            <a:p>
              <a:pPr marL="0" indent="0">
                <a:buFont typeface="Darker Grotesque SemiBold"/>
                <a:buNone/>
              </a:pPr>
              <a:r>
                <a:rPr lang="en-US" sz="1100" dirty="0"/>
                <a:t>Near sensor</a:t>
              </a:r>
            </a:p>
          </p:txBody>
        </p:sp>
      </p:grpSp>
      <p:sp>
        <p:nvSpPr>
          <p:cNvPr id="9" name="Rectangle 2">
            <a:extLst>
              <a:ext uri="{FF2B5EF4-FFF2-40B4-BE49-F238E27FC236}">
                <a16:creationId xmlns:a16="http://schemas.microsoft.com/office/drawing/2014/main" id="{16C3C4AB-771C-19F6-AD39-51C2D9D11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1" y="1420155"/>
            <a:ext cx="3657600" cy="2274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2 × ESP32 LoRa boards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4 × IR sensors (2 per side: far + near)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6 × LEDs (Red, Yellow, Green for each side)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Resistors (for LEDs)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Breadboard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Jumper wires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Power supply (battery)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INA219 sensor </a:t>
            </a:r>
          </a:p>
        </p:txBody>
      </p:sp>
    </p:spTree>
    <p:extLst>
      <p:ext uri="{BB962C8B-B14F-4D97-AF65-F5344CB8AC3E}">
        <p14:creationId xmlns:p14="http://schemas.microsoft.com/office/powerpoint/2010/main" val="4091091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>
            <a:spLocks noGrp="1"/>
          </p:cNvSpPr>
          <p:nvPr>
            <p:ph type="title"/>
          </p:nvPr>
        </p:nvSpPr>
        <p:spPr>
          <a:xfrm>
            <a:off x="713225" y="387100"/>
            <a:ext cx="4219800" cy="11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Smart traffic light 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9BE94-F53D-731B-CE39-0D2F5138E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6386" y="1447587"/>
            <a:ext cx="4900541" cy="2572200"/>
          </a:xfrm>
        </p:spPr>
        <p:txBody>
          <a:bodyPr/>
          <a:lstStyle/>
          <a:p>
            <a:pPr>
              <a:buNone/>
            </a:pPr>
            <a:r>
              <a:rPr lang="en-US" b="1" dirty="0"/>
              <a:t>1 Problem &amp; Why IoT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Fixed traffic lights cause congestion, so IoT is needed for real-time adaptive control.</a:t>
            </a:r>
          </a:p>
          <a:p>
            <a:pPr marL="139700" indent="0"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2 Data &amp; Sensors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IR sensors collect data on approaching cars and queue length on each side.</a:t>
            </a:r>
          </a:p>
          <a:p>
            <a:pPr marL="139700" indent="0"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3 Learning &amp; Actuation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compares traffic levels and adjusts LED traffic lights accordingly.</a:t>
            </a:r>
          </a:p>
          <a:p>
            <a:pPr marL="13970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20AE793E-195F-4476-48D6-29A305507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>
            <a:extLst>
              <a:ext uri="{FF2B5EF4-FFF2-40B4-BE49-F238E27FC236}">
                <a16:creationId xmlns:a16="http://schemas.microsoft.com/office/drawing/2014/main" id="{BF06554E-CA60-5021-3362-CF67CFFEE0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387100"/>
            <a:ext cx="4219800" cy="11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Smart traffic light 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7EDDF-2824-6272-43E2-A5AF3CA26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746" y="1187391"/>
            <a:ext cx="8007029" cy="3064940"/>
          </a:xfrm>
        </p:spPr>
        <p:txBody>
          <a:bodyPr/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Frequency: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Data is updated continuously during the traffic light cycle.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Bandwidth: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Only small data packets are transmitted.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Latency: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dirty="0"/>
              <a:t>Decisions are made within </a:t>
            </a:r>
            <a:r>
              <a:rPr lang="en-US" b="1" dirty="0"/>
              <a:t>1–2 seconds</a:t>
            </a:r>
            <a:r>
              <a:rPr lang="en-US" dirty="0"/>
              <a:t> to react in near real-time.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Energy: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dirty="0"/>
              <a:t>Each battery-powered sensing node is expected to consume about </a:t>
            </a:r>
            <a:r>
              <a:rPr lang="en-US" b="1" dirty="0"/>
              <a:t>60–80 mA on average</a:t>
            </a:r>
            <a:r>
              <a:rPr lang="en-US" dirty="0"/>
              <a:t> (around </a:t>
            </a:r>
            <a:r>
              <a:rPr lang="en-US" b="1" dirty="0"/>
              <a:t>0.22–0.30 W at 3.7 V</a:t>
            </a:r>
            <a:r>
              <a:rPr lang="en-US" dirty="0"/>
              <a:t>), giving roughly </a:t>
            </a:r>
            <a:r>
              <a:rPr lang="en-US" b="1" dirty="0"/>
              <a:t>1 day of operation with a 2000 </a:t>
            </a:r>
            <a:r>
              <a:rPr lang="en-US" b="1" dirty="0" err="1"/>
              <a:t>mAh</a:t>
            </a:r>
            <a:r>
              <a:rPr lang="en-US" b="1" dirty="0"/>
              <a:t> Li-Po battery</a:t>
            </a:r>
            <a:r>
              <a:rPr lang="en-US" dirty="0"/>
              <a:t>.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Duty Cycle: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Transmissions are controlled to avoid excessive channel usage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517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30;p47">
            <a:extLst>
              <a:ext uri="{FF2B5EF4-FFF2-40B4-BE49-F238E27FC236}">
                <a16:creationId xmlns:a16="http://schemas.microsoft.com/office/drawing/2014/main" id="{0006C778-4E2A-4A13-362C-D41038310349}"/>
              </a:ext>
            </a:extLst>
          </p:cNvPr>
          <p:cNvSpPr txBox="1">
            <a:spLocks/>
          </p:cNvSpPr>
          <p:nvPr/>
        </p:nvSpPr>
        <p:spPr>
          <a:xfrm>
            <a:off x="2053720" y="2072850"/>
            <a:ext cx="4899300" cy="997800"/>
          </a:xfrm>
          <a:prstGeom prst="rect">
            <a:avLst/>
          </a:prstGeom>
          <a:noFill/>
          <a:ln>
            <a:noFill/>
          </a:ln>
          <a:effectLst>
            <a:outerShdw blurRad="342900" dist="19050" dir="5400000" algn="bl" rotWithShape="0">
              <a:schemeClr val="lt1">
                <a:alpha val="3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THANKS!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national Traffic Light Day Minitheme by Slidesgo">
  <a:themeElements>
    <a:clrScheme name="Simple Light">
      <a:dk1>
        <a:srgbClr val="191919"/>
      </a:dk1>
      <a:lt1>
        <a:srgbClr val="FFFFFF"/>
      </a:lt1>
      <a:dk2>
        <a:srgbClr val="F60000"/>
      </a:dk2>
      <a:lt2>
        <a:srgbClr val="FFBA00"/>
      </a:lt2>
      <a:accent1>
        <a:srgbClr val="00E76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268</Words>
  <Application>Microsoft Office PowerPoint</Application>
  <PresentationFormat>On-screen Show (16:9)</PresentationFormat>
  <Paragraphs>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Bebas Neue</vt:lpstr>
      <vt:lpstr>Mulish</vt:lpstr>
      <vt:lpstr>Darker Grotesque SemiBold</vt:lpstr>
      <vt:lpstr>Audiowide</vt:lpstr>
      <vt:lpstr>International Traffic Light Day Minitheme by Slidesgo</vt:lpstr>
      <vt:lpstr>Wait   Less</vt:lpstr>
      <vt:lpstr>I CANT WAIT ANYMORE!!!!</vt:lpstr>
      <vt:lpstr>I CANT WAIT ANYMORE!!!!</vt:lpstr>
      <vt:lpstr>No budget</vt:lpstr>
      <vt:lpstr>OUR ALTERNATIVE</vt:lpstr>
      <vt:lpstr>OUR ALTERNATIVE</vt:lpstr>
      <vt:lpstr>Smart traffic light </vt:lpstr>
      <vt:lpstr>Smart traffic light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Hamza Abdelkader</cp:lastModifiedBy>
  <cp:revision>4</cp:revision>
  <dcterms:modified xsi:type="dcterms:W3CDTF">2026-03-17T21:30:27Z</dcterms:modified>
</cp:coreProperties>
</file>